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CB5-4E80-B20B-F6050F0F2CF9}"/>
              </c:ext>
            </c:extLst>
          </c:dPt>
          <c:dPt>
            <c:idx val="1"/>
            <c:invertIfNegative val="0"/>
            <c:bubble3D val="0"/>
            <c:spPr>
              <a:solidFill>
                <a:srgbClr val="00BC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B5-4E80-B20B-F6050F0F2CF9}"/>
              </c:ext>
            </c:extLst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B5-4E80-B20B-F6050F0F2CF9}"/>
              </c:ext>
            </c:extLst>
          </c:dPt>
          <c:dPt>
            <c:idx val="3"/>
            <c:invertIfNegative val="0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B5-4E80-B20B-F6050F0F2CF9}"/>
              </c:ext>
            </c:extLst>
          </c:dPt>
          <c:dPt>
            <c:idx val="4"/>
            <c:invertIfNegative val="0"/>
            <c:bubble3D val="0"/>
            <c:spPr>
              <a:solidFill>
                <a:srgbClr val="EF6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B5-4E80-B20B-F6050F0F2C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Smartphones</c:v>
                </c:pt>
                <c:pt idx="1">
                  <c:v>Laptops</c:v>
                </c:pt>
                <c:pt idx="2">
                  <c:v>Tablets</c:v>
                </c:pt>
                <c:pt idx="3">
                  <c:v>Headphones</c:v>
                </c:pt>
                <c:pt idx="4">
                  <c:v>Smartwatches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820</c:v>
                </c:pt>
                <c:pt idx="1">
                  <c:v>680</c:v>
                </c:pt>
                <c:pt idx="2">
                  <c:v>540</c:v>
                </c:pt>
                <c:pt idx="3">
                  <c:v>420</c:v>
                </c:pt>
                <c:pt idx="4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B5-4E80-B20B-F6050F0F2C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C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C"/>
    </a:solidFill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0.01389</cdr:y>
    </cdr:from>
    <cdr:to>
      <cdr:x>1</cdr:x>
      <cdr:y>0.911</cdr:y>
    </cdr:to>
    <cdr:pic>
      <cdr:nvPicPr>
        <cdr:cNvPr id="2" name="chart"/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-274320" y="45720"/>
          <a:ext cx="4206240" cy="2953162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63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0BCD4">
              <a:alpha val="45000"/>
            </a:srgbClr>
          </a:solidFill>
          <a:ln w="12700">
            <a:solidFill>
              <a:srgbClr val="00BCD4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2023 – 2024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359152"/>
            <a:ext cx="32004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A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Dashboard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Source: Kaggle   |   Tool: Microsoft Power BI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0" y="3931920"/>
            <a:ext cx="1920240" cy="347472"/>
          </a:xfrm>
          <a:prstGeom prst="round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9593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Trends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Electronics Data Analysis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challenges this analysis addresses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16712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167128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231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scope, tools &amp; methodology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9981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99816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33009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31638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493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ratings at a glance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03250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032504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0965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4256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revenue &amp; top products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234440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14356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40680" y="12984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Insights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16276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the data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16712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167128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2231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Shipping Analysis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 trends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09981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099816"/>
            <a:ext cx="502920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3009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40680" y="316382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&amp; Rating Analysis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34930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&amp; customer satisfaction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03250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032504"/>
            <a:ext cx="502920" cy="8046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82896" y="4233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40680" y="40965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40680" y="44256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visibility into which product categories drive the most revenue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768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understanding of customer payment preferences and friction points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85292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52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843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insight into how shipping methods affect purchasing decisions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41985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4107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consolidated view of add-on purchase impact on total order 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98678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actionable customer satisfaction metrics from ratings data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23560" y="1234440"/>
            <a:ext cx="310896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23560" y="1234440"/>
            <a:ext cx="310896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Goals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15000" y="18105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revenue-generating product categories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715000" y="22951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payment preferences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277977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shipping method distributions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32644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add-on purchase contribution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1500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customer satisfaction levels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42336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BB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business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Tools &amp; 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64008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1508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– Electronics Sales Dataset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47672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47672"/>
            <a:ext cx="64008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116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22199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2023 – September 2024 (13 Months)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60904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60904"/>
            <a:ext cx="64008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2491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Tool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29352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374136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374136"/>
            <a:ext cx="64008" cy="5943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381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36484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~20,000+ Transaction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087368"/>
            <a:ext cx="5120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4087368"/>
            <a:ext cx="64008" cy="5943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1513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43616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&amp;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1234440"/>
            <a:ext cx="2971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325880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0" y="178308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52160" y="212140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52160" y="245973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/ Product Name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0" y="2798064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313639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Ordered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52160" y="347472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52160" y="38130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52160" y="415137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52160" y="4489704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52160" y="482803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05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Performance Summary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61872"/>
            <a:ext cx="6400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$2.82M+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Generated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82112" y="126187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261872"/>
            <a:ext cx="64008" cy="12618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46704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Processed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0176" y="126187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0176" y="1261872"/>
            <a:ext cx="64008" cy="12618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3898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44768" y="1856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Product Categories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72491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724912"/>
            <a:ext cx="64008" cy="1261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/ 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82112" y="272491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2724912"/>
            <a:ext cx="64008" cy="12618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46704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Tracked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0176" y="2724912"/>
            <a:ext cx="26060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0176" y="2724912"/>
            <a:ext cx="64008" cy="126187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28529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44768" y="33192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Types Available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3840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Category</a:t>
            </a:r>
            <a:endParaRPr lang="en-US" sz="11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11480" y="4160520"/>
          <a:ext cx="8321040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&amp; Order Distribution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751205926"/>
              </p:ext>
            </p:extLst>
          </p:nvPr>
        </p:nvGraphicFramePr>
        <p:xfrm>
          <a:off x="274320" y="141732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75488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Category</a:t>
            </a:r>
            <a:endParaRPr lang="en-US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161288"/>
            <a:ext cx="4356983" cy="3586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Key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 from the Data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50292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447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33272" y="1252728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Generate the Highest Revenue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160934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account for ~29% of total revenue, making them the single most valuable product category, driven by high unit prices and consistent demand throughout the year.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47672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947672"/>
            <a:ext cx="502920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22037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33272" y="2011680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Methods Are Most Preferred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2368296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wallets and online transfers dominate transactions, indicating strong customer preference for cashless, contactless payment — a key area for optimizing checkout flow.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06624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706624"/>
            <a:ext cx="50292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" y="2962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3272" y="2770632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and Standard Shipping Are the Most Used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3272" y="3127248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customers opt for Express or Standard shipping. Same-day delivery accounts for a smaller but growing share, suggesting opportunity to expand fast delivery options.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465576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465576"/>
            <a:ext cx="502920" cy="9144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7216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3529584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Purchases Increase Overall Revenue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33272" y="3886200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add-on items (accessories, warranties, bundles) generate significantly higher average order values, making upselling a high-ROI strategy for revenue growth.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4224528"/>
            <a:ext cx="502920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4480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3272" y="4288536"/>
            <a:ext cx="7607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Are Generally Positive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33272" y="4645152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 of 4.2/5 reflects overall satisfaction. Higher-rated products correlate with repeat purchases and fewer returns, validating product quality investments.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 Trends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444752"/>
          <a:ext cx="4206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583" y="1161288"/>
            <a:ext cx="6811617" cy="3752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Operations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 &amp; Satisfaction Metrics</a:t>
            </a:r>
            <a:endParaRPr lang="en-US" sz="12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94" y="1252728"/>
            <a:ext cx="8693471" cy="37890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2023 – Sep 2024 Performance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4892040"/>
            <a:ext cx="2560320" cy="18288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463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Dec 2023 (+54% vs Sep) &amp; Sep 2024 — Holiday Season &amp; Annual Cycle</a:t>
            </a:r>
            <a:endParaRPr lang="en-US" sz="1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87" y="1298416"/>
            <a:ext cx="7540487" cy="3520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54864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344168"/>
            <a:ext cx="475488" cy="347472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344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Revenue Forecasting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" y="174650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ML-based forecasting models to predict next quarter's revenue by category, enabling proactive inventory and marketing planning.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45736" y="1234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45736" y="1234440"/>
            <a:ext cx="54864" cy="10972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344168"/>
            <a:ext cx="475488" cy="347472"/>
          </a:xfrm>
          <a:prstGeom prst="rect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3441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58968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Analysis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82896" y="174650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customers by purchase behavior, payment preference, and product affinity to enable targeted promotions and personalized recommendations.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514600"/>
            <a:ext cx="54864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2624328"/>
            <a:ext cx="475488" cy="347472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6243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 Dashboard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302666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live data sources for real-time monitoring of sales KPIs, enabling faster business decisions.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45736" y="25146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45736" y="2514600"/>
            <a:ext cx="54864" cy="10972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2624328"/>
            <a:ext cx="475488" cy="347472"/>
          </a:xfrm>
          <a:prstGeom prst="rect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62432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Breakdown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82896" y="302666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geographic dimension to identify high-performing regions, underserved markets, and location-based shipping optimization opportunities.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84048" y="37947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794760"/>
            <a:ext cx="54864" cy="10972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" y="3904488"/>
            <a:ext cx="475488" cy="347472"/>
          </a:xfrm>
          <a:prstGeom prst="rect">
            <a:avLst/>
          </a:prstGeom>
          <a:solidFill>
            <a:srgbClr val="EF6C00">
              <a:alpha val="20000"/>
            </a:srgbClr>
          </a:solidFill>
          <a:ln w="12700">
            <a:solidFill>
              <a:srgbClr val="EF6C00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9044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&amp; Refund Analysis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1208" y="430682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returns and refund data to identify problem products, improve quality control, and reduce post-sale costs.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45736" y="37947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45736" y="3794760"/>
            <a:ext cx="54864" cy="10972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904488"/>
            <a:ext cx="475488" cy="347472"/>
          </a:xfrm>
          <a:prstGeom prst="rect">
            <a:avLst/>
          </a:prstGeom>
          <a:solidFill>
            <a:srgbClr val="FFB300">
              <a:alpha val="20000"/>
            </a:srgbClr>
          </a:solidFill>
          <a:ln w="12700">
            <a:solidFill>
              <a:srgbClr val="FFB300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90448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58968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Benchmarking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82896" y="4306824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external market data to benchmark pricing, product mix, and customer satisfaction against industry peers.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565C0">
              <a:alpha val="60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22860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0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Electronics Sales Analysis dashboard (Sep 2023–2024) reveals clear patterns: Smartphones dominate revenue, digital payments are the preferred transaction method, and add-on purchases are a significant revenue multiplier. Customer satisfaction, measured at 4.2/5, validates overall product quality. These insights empower stakeholders to make data-driven decisions in inventory management, marketing strategy, and customer experience enhancement.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Smartphones: 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Revenue Driver (29% share)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310896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Payment: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3200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preferred by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Purchases: 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794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88% higher order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703320"/>
            <a:ext cx="3749040" cy="475488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794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Rating: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7947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4.2 / 5.0 – Positive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Electronics Sales Analysis  |  Sep 2023–2024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833</Words>
  <Application>Microsoft Office PowerPoint</Application>
  <PresentationFormat>On-screen Show (16:9)</PresentationFormat>
  <Paragraphs>163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Sales Analysis Sep 2023-2024</dc:title>
  <dc:subject>PptxGenJS Presentation</dc:subject>
  <dc:creator>PptxGenJS</dc:creator>
  <cp:lastModifiedBy>Admin</cp:lastModifiedBy>
  <cp:revision>2</cp:revision>
  <dcterms:created xsi:type="dcterms:W3CDTF">2026-05-31T14:58:46Z</dcterms:created>
  <dcterms:modified xsi:type="dcterms:W3CDTF">2026-06-13T15:01:43Z</dcterms:modified>
</cp:coreProperties>
</file>